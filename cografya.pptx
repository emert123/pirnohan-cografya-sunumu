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67" r:id="rId4"/>
    <p:sldId id="258" r:id="rId5"/>
    <p:sldId id="259" r:id="rId6"/>
    <p:sldId id="268" r:id="rId7"/>
    <p:sldId id="260" r:id="rId8"/>
    <p:sldId id="261" r:id="rId9"/>
    <p:sldId id="262" r:id="rId10"/>
    <p:sldId id="263" r:id="rId11"/>
    <p:sldId id="264" r:id="rId12"/>
    <p:sldId id="265" r:id="rId13"/>
    <p:sldId id="266"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Orta Stil 2 - Vurgu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tableStyles" Target="tableStyles.xml" /><Relationship Id="rId3" Type="http://schemas.openxmlformats.org/officeDocument/2006/relationships/slide" Target="slides/slide2.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theme" Target="theme/theme1.xml" /><Relationship Id="rId2" Type="http://schemas.openxmlformats.org/officeDocument/2006/relationships/slide" Target="slides/slide1.xml" /><Relationship Id="rId16" Type="http://schemas.openxmlformats.org/officeDocument/2006/relationships/viewProps" Target="viewProps.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5" Type="http://schemas.openxmlformats.org/officeDocument/2006/relationships/slide" Target="slides/slide4.xml" /><Relationship Id="rId15" Type="http://schemas.openxmlformats.org/officeDocument/2006/relationships/presProps" Target="presProps.xml" /><Relationship Id="rId10" Type="http://schemas.openxmlformats.org/officeDocument/2006/relationships/slide" Target="slides/slide9.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Master" Target="../slideMasters/slideMaster1.xml" /></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Master" Target="../slideMasters/slideMaster1.xml" /></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Master" Target="../slideMasters/slideMaster1.xml" /></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Master" Target="../slideMasters/slideMaster1.xml" /></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Master" Target="../slideMasters/slideMaster1.xml" /></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Master" Target="../slideMasters/slideMaster1.xml" /></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aşlık Slaydı">
    <p:bg>
      <p:bgRef idx="1003">
        <a:schemeClr val="bg2"/>
      </p:bgRef>
    </p:bg>
    <p:spTree>
      <p:nvGrpSpPr>
        <p:cNvPr id="1" name=""/>
        <p:cNvGrpSpPr/>
        <p:nvPr/>
      </p:nvGrpSpPr>
      <p:grpSpPr>
        <a:xfrm>
          <a:off x="0" y="0"/>
          <a:ext cx="0" cy="0"/>
          <a:chOff x="0" y="0"/>
          <a:chExt cx="0" cy="0"/>
        </a:xfrm>
      </p:grpSpPr>
      <p:pic>
        <p:nvPicPr>
          <p:cNvPr id="7" name="Picture 6" descr="Celestia-R1---OverlayTitle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3962399" y="1964267"/>
            <a:ext cx="7197726" cy="2421464"/>
          </a:xfrm>
        </p:spPr>
        <p:txBody>
          <a:bodyPr anchor="b">
            <a:normAutofit/>
          </a:bodyPr>
          <a:lstStyle>
            <a:lvl1pPr algn="r">
              <a:defRPr sz="4800">
                <a:effectLst/>
              </a:defRPr>
            </a:lvl1pPr>
          </a:lstStyle>
          <a:p>
            <a:r>
              <a:rPr lang="tr-TR"/>
              <a:t>Asıl başlık stilini düzenlemek için tıklayın</a:t>
            </a:r>
            <a:endParaRPr lang="en-US" dirty="0"/>
          </a:p>
        </p:txBody>
      </p:sp>
      <p:sp>
        <p:nvSpPr>
          <p:cNvPr id="3" name="Subtitle 2"/>
          <p:cNvSpPr>
            <a:spLocks noGrp="1"/>
          </p:cNvSpPr>
          <p:nvPr>
            <p:ph type="subTitle" idx="1"/>
          </p:nvPr>
        </p:nvSpPr>
        <p:spPr>
          <a:xfrm>
            <a:off x="3962399" y="4385732"/>
            <a:ext cx="7197726" cy="1405467"/>
          </a:xfrm>
        </p:spPr>
        <p:txBody>
          <a:bodyPr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tr-TR"/>
              <a:t>Asıl alt başlık stilini düzenlemek için tıklayın</a:t>
            </a:r>
            <a:endParaRPr lang="en-US" dirty="0"/>
          </a:p>
        </p:txBody>
      </p:sp>
      <p:sp>
        <p:nvSpPr>
          <p:cNvPr id="4" name="Date Placeholder 3"/>
          <p:cNvSpPr>
            <a:spLocks noGrp="1"/>
          </p:cNvSpPr>
          <p:nvPr>
            <p:ph type="dt" sz="half" idx="10"/>
          </p:nvPr>
        </p:nvSpPr>
        <p:spPr>
          <a:xfrm>
            <a:off x="8932558" y="5870575"/>
            <a:ext cx="1600200" cy="377825"/>
          </a:xfrm>
        </p:spPr>
        <p:txBody>
          <a:bodyPr/>
          <a:lstStyle/>
          <a:p>
            <a:fld id="{B61BEF0D-F0BB-DE4B-95CE-6DB70DBA9567}" type="datetimeFigureOut">
              <a:rPr lang="en-US" dirty="0"/>
              <a:pPr/>
              <a:t>4/22/2026</a:t>
            </a:fld>
            <a:endParaRPr lang="en-US" dirty="0"/>
          </a:p>
        </p:txBody>
      </p:sp>
      <p:sp>
        <p:nvSpPr>
          <p:cNvPr id="5" name="Footer Placeholder 4"/>
          <p:cNvSpPr>
            <a:spLocks noGrp="1"/>
          </p:cNvSpPr>
          <p:nvPr>
            <p:ph type="ftr" sz="quarter" idx="11"/>
          </p:nvPr>
        </p:nvSpPr>
        <p:spPr>
          <a:xfrm>
            <a:off x="3962399" y="5870575"/>
            <a:ext cx="4893958" cy="377825"/>
          </a:xfrm>
        </p:spPr>
        <p:txBody>
          <a:bodyPr/>
          <a:lstStyle/>
          <a:p>
            <a:endParaRPr lang="en-US" dirty="0"/>
          </a:p>
        </p:txBody>
      </p:sp>
      <p:sp>
        <p:nvSpPr>
          <p:cNvPr id="6" name="Slide Number Placeholder 5"/>
          <p:cNvSpPr>
            <a:spLocks noGrp="1"/>
          </p:cNvSpPr>
          <p:nvPr>
            <p:ph type="sldNum" sz="quarter" idx="12"/>
          </p:nvPr>
        </p:nvSpPr>
        <p:spPr>
          <a:xfrm>
            <a:off x="10608958" y="5870575"/>
            <a:ext cx="551167" cy="377825"/>
          </a:xfrm>
        </p:spPr>
        <p:txBody>
          <a:bodyPr/>
          <a:lstStyle/>
          <a:p>
            <a:fld id="{D57F1E4F-1CFF-5643-939E-217C01CDF565}" type="slidenum">
              <a:rPr lang="en-US" dirty="0"/>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tr-TR"/>
              <a:t>Asıl başlık stilini düzenlemek için tıklayın</a:t>
            </a:r>
            <a:endParaRPr lang="en-US" dirty="0"/>
          </a:p>
        </p:txBody>
      </p:sp>
      <p:sp>
        <p:nvSpPr>
          <p:cNvPr id="3" name="Content Placeholder 2"/>
          <p:cNvSpPr>
            <a:spLocks noGrp="1"/>
          </p:cNvSpPr>
          <p:nvPr>
            <p:ph idx="1"/>
          </p:nvPr>
        </p:nvSpPr>
        <p:spPr/>
        <p:txBody>
          <a:bodyPr anchor="ct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4/22/2026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 Bilgisi">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3308581"/>
            <a:ext cx="10131427" cy="1468800"/>
          </a:xfrm>
        </p:spPr>
        <p:txBody>
          <a:bodyPr anchor="b"/>
          <a:lstStyle>
            <a:lvl1pPr algn="l">
              <a:defRPr sz="4000" b="0" cap="all"/>
            </a:lvl1pPr>
          </a:lstStyle>
          <a:p>
            <a:r>
              <a:rPr lang="tr-TR"/>
              <a:t>Asıl başlık stilini düzenlemek için tıklayın</a:t>
            </a:r>
            <a:endParaRPr lang="en-US" dirty="0"/>
          </a:p>
        </p:txBody>
      </p:sp>
      <p:sp>
        <p:nvSpPr>
          <p:cNvPr id="3" name="Text Placeholder 2"/>
          <p:cNvSpPr>
            <a:spLocks noGrp="1"/>
          </p:cNvSpPr>
          <p:nvPr>
            <p:ph type="body" idx="1"/>
          </p:nvPr>
        </p:nvSpPr>
        <p:spPr>
          <a:xfrm>
            <a:off x="685799" y="4777381"/>
            <a:ext cx="10131428" cy="860400"/>
          </a:xfrm>
        </p:spPr>
        <p:txBody>
          <a:bodyPr anchor="t">
            <a:normAutofit/>
          </a:bodyPr>
          <a:lstStyle>
            <a:lvl1pPr marL="0" indent="0" algn="l">
              <a:buNone/>
              <a:defRPr sz="2000" cap="all">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a:t>Asıl metin stillerini düzenlemek için tıklayın</a:t>
            </a:r>
          </a:p>
        </p:txBody>
      </p:sp>
      <p:sp>
        <p:nvSpPr>
          <p:cNvPr id="4" name="Date Placeholder 3"/>
          <p:cNvSpPr>
            <a:spLocks noGrp="1"/>
          </p:cNvSpPr>
          <p:nvPr>
            <p:ph type="dt" sz="half" idx="10"/>
          </p:nvPr>
        </p:nvSpPr>
        <p:spPr/>
        <p:txBody>
          <a:bodyPr/>
          <a:lstStyle/>
          <a:p>
            <a:fld id="{B61BEF0D-F0BB-DE4B-95CE-6DB70DBA9567}" type="datetimeFigureOut">
              <a:rPr lang="en-US" dirty="0"/>
              <a:pPr/>
              <a:t>4/22/2026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tr-TR"/>
              <a:t>Asıl başlık stilini düzenlemek için tıklayın</a:t>
            </a:r>
            <a:endParaRPr lang="en-US" dirty="0"/>
          </a:p>
        </p:txBody>
      </p:sp>
      <p:sp>
        <p:nvSpPr>
          <p:cNvPr id="3" name="Content Placeholder 2"/>
          <p:cNvSpPr>
            <a:spLocks noGrp="1"/>
          </p:cNvSpPr>
          <p:nvPr>
            <p:ph sz="half" idx="1"/>
          </p:nvPr>
        </p:nvSpPr>
        <p:spPr>
          <a:xfrm>
            <a:off x="685802" y="2142067"/>
            <a:ext cx="4995334" cy="3649134"/>
          </a:xfrm>
        </p:spPr>
        <p:txBody>
          <a:bodyPr>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Content Placeholder 3"/>
          <p:cNvSpPr>
            <a:spLocks noGrp="1"/>
          </p:cNvSpPr>
          <p:nvPr>
            <p:ph sz="half" idx="2"/>
          </p:nvPr>
        </p:nvSpPr>
        <p:spPr>
          <a:xfrm>
            <a:off x="5821895" y="2142067"/>
            <a:ext cx="4995332" cy="3649133"/>
          </a:xfrm>
        </p:spPr>
        <p:txBody>
          <a:bodyPr>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4/22/2026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tr-TR"/>
              <a:t>Asıl başlık stilini düzenlemek için tıklayın</a:t>
            </a:r>
            <a:endParaRPr lang="en-US" dirty="0"/>
          </a:p>
        </p:txBody>
      </p:sp>
      <p:sp>
        <p:nvSpPr>
          <p:cNvPr id="3" name="Text Placeholder 2"/>
          <p:cNvSpPr>
            <a:spLocks noGrp="1"/>
          </p:cNvSpPr>
          <p:nvPr>
            <p:ph type="body" idx="1" hasCustomPrompt="1"/>
          </p:nvPr>
        </p:nvSpPr>
        <p:spPr>
          <a:xfrm>
            <a:off x="973670" y="2218267"/>
            <a:ext cx="4709054"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685801" y="2870201"/>
            <a:ext cx="4996923" cy="2920998"/>
          </a:xfrm>
        </p:spPr>
        <p:txBody>
          <a:bodyPr anchor="t">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5" name="Text Placeholder 4"/>
          <p:cNvSpPr>
            <a:spLocks noGrp="1"/>
          </p:cNvSpPr>
          <p:nvPr>
            <p:ph type="body" sz="quarter" idx="3" hasCustomPrompt="1"/>
          </p:nvPr>
        </p:nvSpPr>
        <p:spPr>
          <a:xfrm>
            <a:off x="6096003" y="2226734"/>
            <a:ext cx="4722813"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5823483" y="2870201"/>
            <a:ext cx="4995334" cy="2920998"/>
          </a:xfrm>
        </p:spPr>
        <p:txBody>
          <a:bodyPr anchor="t">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4/22/2026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pic>
        <p:nvPicPr>
          <p:cNvPr id="6" name="Picture 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tr-TR"/>
              <a:t>Asıl başlık stilini düzenlemek için tıklayın</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4/22/2026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pic>
        <p:nvPicPr>
          <p:cNvPr id="5" name="Picture 4"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Date Placeholder 1"/>
          <p:cNvSpPr>
            <a:spLocks noGrp="1"/>
          </p:cNvSpPr>
          <p:nvPr>
            <p:ph type="dt" sz="half" idx="10"/>
          </p:nvPr>
        </p:nvSpPr>
        <p:spPr/>
        <p:txBody>
          <a:bodyPr/>
          <a:lstStyle/>
          <a:p>
            <a:fld id="{B61BEF0D-F0BB-DE4B-95CE-6DB70DBA9567}" type="datetimeFigureOut">
              <a:rPr lang="en-US" dirty="0"/>
              <a:pPr/>
              <a:t>4/22/2026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2074333"/>
            <a:ext cx="3680885" cy="1371600"/>
          </a:xfrm>
        </p:spPr>
        <p:txBody>
          <a:bodyPr anchor="b">
            <a:normAutofit/>
          </a:bodyPr>
          <a:lstStyle>
            <a:lvl1pPr algn="l">
              <a:defRPr sz="2400" b="0"/>
            </a:lvl1pPr>
          </a:lstStyle>
          <a:p>
            <a:r>
              <a:rPr lang="tr-TR"/>
              <a:t>Asıl başlık stilini düzenlemek için tıklayın</a:t>
            </a:r>
            <a:endParaRPr lang="en-US" dirty="0"/>
          </a:p>
        </p:txBody>
      </p:sp>
      <p:sp>
        <p:nvSpPr>
          <p:cNvPr id="3" name="Content Placeholder 2"/>
          <p:cNvSpPr>
            <a:spLocks noGrp="1"/>
          </p:cNvSpPr>
          <p:nvPr>
            <p:ph idx="1"/>
          </p:nvPr>
        </p:nvSpPr>
        <p:spPr>
          <a:xfrm>
            <a:off x="4648201" y="609601"/>
            <a:ext cx="6169026" cy="5181600"/>
          </a:xfrm>
        </p:spPr>
        <p:txBody>
          <a:bodyPr anchor="ctr">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Text Placeholder 3"/>
          <p:cNvSpPr>
            <a:spLocks noGrp="1"/>
          </p:cNvSpPr>
          <p:nvPr>
            <p:ph type="body" sz="half" idx="2"/>
          </p:nvPr>
        </p:nvSpPr>
        <p:spPr>
          <a:xfrm>
            <a:off x="685800" y="3445933"/>
            <a:ext cx="3680885" cy="1828800"/>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5" name="Date Placeholder 4"/>
          <p:cNvSpPr>
            <a:spLocks noGrp="1"/>
          </p:cNvSpPr>
          <p:nvPr>
            <p:ph type="dt" sz="half" idx="10"/>
          </p:nvPr>
        </p:nvSpPr>
        <p:spPr/>
        <p:txBody>
          <a:bodyPr/>
          <a:lstStyle/>
          <a:p>
            <a:fld id="{B61BEF0D-F0BB-DE4B-95CE-6DB70DBA9567}" type="datetimeFigureOut">
              <a:rPr lang="en-US" dirty="0"/>
              <a:pPr/>
              <a:t>4/22/2026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1600200"/>
            <a:ext cx="6164653" cy="1371600"/>
          </a:xfrm>
        </p:spPr>
        <p:txBody>
          <a:bodyPr anchor="b">
            <a:normAutofit/>
          </a:bodyPr>
          <a:lstStyle>
            <a:lvl1pPr algn="l">
              <a:defRPr sz="2800" b="0"/>
            </a:lvl1pPr>
          </a:lstStyle>
          <a:p>
            <a:r>
              <a:rPr lang="tr-TR"/>
              <a:t>Asıl başlık stilini düzenlemek için tıklayın</a:t>
            </a:r>
            <a:endParaRPr lang="en-US" dirty="0"/>
          </a:p>
        </p:txBody>
      </p:sp>
      <p:sp>
        <p:nvSpPr>
          <p:cNvPr id="14" name="Picture Placeholder 2"/>
          <p:cNvSpPr>
            <a:spLocks noGrp="1" noChangeAspect="1"/>
          </p:cNvSpPr>
          <p:nvPr>
            <p:ph type="pic" idx="1"/>
          </p:nvPr>
        </p:nvSpPr>
        <p:spPr>
          <a:xfrm>
            <a:off x="7536253" y="914400"/>
            <a:ext cx="3280974" cy="4572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tr-TR"/>
              <a:t>Resim eklemek için simgeye tıklayın</a:t>
            </a:r>
            <a:endParaRPr lang="en-US" dirty="0"/>
          </a:p>
        </p:txBody>
      </p:sp>
      <p:sp>
        <p:nvSpPr>
          <p:cNvPr id="4" name="Text Placeholder 3"/>
          <p:cNvSpPr>
            <a:spLocks noGrp="1"/>
          </p:cNvSpPr>
          <p:nvPr>
            <p:ph type="body" sz="half" idx="2"/>
          </p:nvPr>
        </p:nvSpPr>
        <p:spPr>
          <a:xfrm>
            <a:off x="685800" y="2971800"/>
            <a:ext cx="6164653" cy="1828800"/>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5" name="Date Placeholder 4"/>
          <p:cNvSpPr>
            <a:spLocks noGrp="1"/>
          </p:cNvSpPr>
          <p:nvPr>
            <p:ph type="dt" sz="half" idx="10"/>
          </p:nvPr>
        </p:nvSpPr>
        <p:spPr/>
        <p:txBody>
          <a:bodyPr/>
          <a:lstStyle/>
          <a:p>
            <a:fld id="{B61BEF0D-F0BB-DE4B-95CE-6DB70DBA9567}" type="datetimeFigureOut">
              <a:rPr lang="en-US" dirty="0"/>
              <a:pPr/>
              <a:t>4/22/2026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Yazılı Panoramik Resim">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4732865"/>
            <a:ext cx="10131427" cy="566738"/>
          </a:xfrm>
        </p:spPr>
        <p:txBody>
          <a:bodyPr anchor="b">
            <a:normAutofit/>
          </a:bodyPr>
          <a:lstStyle>
            <a:lvl1pPr algn="l">
              <a:defRPr sz="2400" b="0"/>
            </a:lvl1pPr>
          </a:lstStyle>
          <a:p>
            <a:r>
              <a:rPr lang="tr-TR"/>
              <a:t>Asıl başlık stilini düzenlemek için tıklayın</a:t>
            </a:r>
            <a:endParaRPr lang="en-US" dirty="0"/>
          </a:p>
        </p:txBody>
      </p:sp>
      <p:sp>
        <p:nvSpPr>
          <p:cNvPr id="3" name="Picture Placeholder 2"/>
          <p:cNvSpPr>
            <a:spLocks noGrp="1" noChangeAspect="1"/>
          </p:cNvSpPr>
          <p:nvPr>
            <p:ph type="pic" idx="1"/>
          </p:nvPr>
        </p:nvSpPr>
        <p:spPr>
          <a:xfrm>
            <a:off x="1371600" y="932112"/>
            <a:ext cx="8759827" cy="316497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tr-TR"/>
              <a:t>Resim eklemek için simgeye tıklayın</a:t>
            </a:r>
            <a:endParaRPr lang="en-US" dirty="0"/>
          </a:p>
        </p:txBody>
      </p:sp>
      <p:sp>
        <p:nvSpPr>
          <p:cNvPr id="4" name="Text Placeholder 3"/>
          <p:cNvSpPr>
            <a:spLocks noGrp="1"/>
          </p:cNvSpPr>
          <p:nvPr>
            <p:ph type="body" sz="half" idx="2"/>
          </p:nvPr>
        </p:nvSpPr>
        <p:spPr>
          <a:xfrm>
            <a:off x="685800" y="5299603"/>
            <a:ext cx="10131427" cy="49371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5" name="Date Placeholder 4"/>
          <p:cNvSpPr>
            <a:spLocks noGrp="1"/>
          </p:cNvSpPr>
          <p:nvPr>
            <p:ph type="dt" sz="half" idx="10"/>
          </p:nvPr>
        </p:nvSpPr>
        <p:spPr/>
        <p:txBody>
          <a:bodyPr/>
          <a:lstStyle/>
          <a:p>
            <a:fld id="{B61BEF0D-F0BB-DE4B-95CE-6DB70DBA9567}" type="datetimeFigureOut">
              <a:rPr lang="en-US" dirty="0"/>
              <a:pPr/>
              <a:t>4/22/2026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Başlık ve Resim Yazısı">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3124199"/>
          </a:xfrm>
        </p:spPr>
        <p:txBody>
          <a:bodyPr anchor="ctr">
            <a:normAutofit/>
          </a:bodyPr>
          <a:lstStyle>
            <a:lvl1pPr algn="l">
              <a:defRPr sz="3200" b="0" cap="none"/>
            </a:lvl1pPr>
          </a:lstStyle>
          <a:p>
            <a:r>
              <a:rPr lang="tr-TR"/>
              <a:t>Asıl başlık stilini düzenlemek için tıklayın</a:t>
            </a:r>
            <a:endParaRPr lang="en-US" dirty="0"/>
          </a:p>
        </p:txBody>
      </p:sp>
      <p:sp>
        <p:nvSpPr>
          <p:cNvPr id="3" name="Text Placeholder 2"/>
          <p:cNvSpPr>
            <a:spLocks noGrp="1"/>
          </p:cNvSpPr>
          <p:nvPr>
            <p:ph type="body" idx="1"/>
          </p:nvPr>
        </p:nvSpPr>
        <p:spPr>
          <a:xfrm>
            <a:off x="685800" y="4343400"/>
            <a:ext cx="10131428"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a:t>Asıl metin stillerini düzenlemek için tıklayın</a:t>
            </a:r>
          </a:p>
        </p:txBody>
      </p:sp>
      <p:sp>
        <p:nvSpPr>
          <p:cNvPr id="4" name="Date Placeholder 3"/>
          <p:cNvSpPr>
            <a:spLocks noGrp="1"/>
          </p:cNvSpPr>
          <p:nvPr>
            <p:ph type="dt" sz="half" idx="10"/>
          </p:nvPr>
        </p:nvSpPr>
        <p:spPr/>
        <p:txBody>
          <a:bodyPr/>
          <a:lstStyle/>
          <a:p>
            <a:fld id="{B61BEF0D-F0BB-DE4B-95CE-6DB70DBA9567}" type="datetimeFigureOut">
              <a:rPr lang="en-US" dirty="0"/>
              <a:pPr/>
              <a:t>4/22/2026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Resim Yazılı Alıntı">
    <p:spTree>
      <p:nvGrpSpPr>
        <p:cNvPr id="1" name=""/>
        <p:cNvGrpSpPr/>
        <p:nvPr/>
      </p:nvGrpSpPr>
      <p:grpSpPr>
        <a:xfrm>
          <a:off x="0" y="0"/>
          <a:ext cx="0" cy="0"/>
          <a:chOff x="0" y="0"/>
          <a:chExt cx="0" cy="0"/>
        </a:xfrm>
      </p:grpSpPr>
      <p:pic>
        <p:nvPicPr>
          <p:cNvPr id="16" name="Picture 1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5" name="TextBox 14"/>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1" name="TextBox 10"/>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tr-TR"/>
              <a:t>Asıl başlık stilini düzenlemek için tıklayın</a:t>
            </a:r>
            <a:endParaRPr lang="en-US" dirty="0"/>
          </a:p>
        </p:txBody>
      </p:sp>
      <p:sp>
        <p:nvSpPr>
          <p:cNvPr id="10" name="Text Placeholder 9"/>
          <p:cNvSpPr>
            <a:spLocks noGrp="1"/>
          </p:cNvSpPr>
          <p:nvPr>
            <p:ph type="body" sz="quarter" idx="13"/>
          </p:nvPr>
        </p:nvSpPr>
        <p:spPr>
          <a:xfrm>
            <a:off x="1097875" y="3352800"/>
            <a:ext cx="9339184"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tr-TR"/>
              <a:t>Asıl metin stillerini düzenlemek için tıklayın</a:t>
            </a:r>
          </a:p>
        </p:txBody>
      </p:sp>
      <p:sp>
        <p:nvSpPr>
          <p:cNvPr id="3" name="Text Placeholder 2"/>
          <p:cNvSpPr>
            <a:spLocks noGrp="1"/>
          </p:cNvSpPr>
          <p:nvPr>
            <p:ph type="body" idx="1"/>
          </p:nvPr>
        </p:nvSpPr>
        <p:spPr>
          <a:xfrm>
            <a:off x="687465" y="4343400"/>
            <a:ext cx="10152367"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a:t>Asıl metin stillerini düzenlemek için tıklayın</a:t>
            </a:r>
          </a:p>
        </p:txBody>
      </p:sp>
      <p:sp>
        <p:nvSpPr>
          <p:cNvPr id="4" name="Date Placeholder 3"/>
          <p:cNvSpPr>
            <a:spLocks noGrp="1"/>
          </p:cNvSpPr>
          <p:nvPr>
            <p:ph type="dt" sz="half" idx="10"/>
          </p:nvPr>
        </p:nvSpPr>
        <p:spPr/>
        <p:txBody>
          <a:bodyPr/>
          <a:lstStyle/>
          <a:p>
            <a:fld id="{B61BEF0D-F0BB-DE4B-95CE-6DB70DBA9567}" type="datetimeFigureOut">
              <a:rPr lang="en-US" dirty="0"/>
              <a:pPr/>
              <a:t>4/22/2026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İsim Kartı">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2" y="3308581"/>
            <a:ext cx="10131425" cy="1468800"/>
          </a:xfrm>
        </p:spPr>
        <p:txBody>
          <a:bodyPr anchor="b">
            <a:normAutofit/>
          </a:bodyPr>
          <a:lstStyle>
            <a:lvl1pPr algn="l">
              <a:defRPr sz="3200" b="0" cap="none"/>
            </a:lvl1pPr>
          </a:lstStyle>
          <a:p>
            <a:r>
              <a:rPr lang="tr-TR"/>
              <a:t>Asıl başlık stilini düzenlemek için tıklayın</a:t>
            </a:r>
            <a:endParaRPr lang="en-US" dirty="0"/>
          </a:p>
        </p:txBody>
      </p:sp>
      <p:sp>
        <p:nvSpPr>
          <p:cNvPr id="3" name="Text Placeholder 2"/>
          <p:cNvSpPr>
            <a:spLocks noGrp="1"/>
          </p:cNvSpPr>
          <p:nvPr>
            <p:ph type="body" idx="1"/>
          </p:nvPr>
        </p:nvSpPr>
        <p:spPr>
          <a:xfrm>
            <a:off x="685801" y="4777381"/>
            <a:ext cx="10131426"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a:t>Asıl metin stillerini düzenlemek için tıklayın</a:t>
            </a:r>
          </a:p>
        </p:txBody>
      </p:sp>
      <p:sp>
        <p:nvSpPr>
          <p:cNvPr id="4" name="Date Placeholder 3"/>
          <p:cNvSpPr>
            <a:spLocks noGrp="1"/>
          </p:cNvSpPr>
          <p:nvPr>
            <p:ph type="dt" sz="half" idx="10"/>
          </p:nvPr>
        </p:nvSpPr>
        <p:spPr/>
        <p:txBody>
          <a:bodyPr/>
          <a:lstStyle/>
          <a:p>
            <a:fld id="{B61BEF0D-F0BB-DE4B-95CE-6DB70DBA9567}" type="datetimeFigureOut">
              <a:rPr lang="en-US" dirty="0"/>
              <a:pPr/>
              <a:t>4/22/2026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Alıntı İsim Kartı">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TextBox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4" name="TextBox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tr-TR"/>
              <a:t>Asıl başlık stilini düzenlemek için tıklayın</a:t>
            </a:r>
            <a:endParaRPr lang="en-US" dirty="0"/>
          </a:p>
        </p:txBody>
      </p:sp>
      <p:sp>
        <p:nvSpPr>
          <p:cNvPr id="10" name="Text Placeholder 9"/>
          <p:cNvSpPr>
            <a:spLocks noGrp="1"/>
          </p:cNvSpPr>
          <p:nvPr>
            <p:ph type="body" sz="quarter" idx="13"/>
          </p:nvPr>
        </p:nvSpPr>
        <p:spPr>
          <a:xfrm>
            <a:off x="685800" y="3886200"/>
            <a:ext cx="10135436" cy="889000"/>
          </a:xfrm>
        </p:spPr>
        <p:txBody>
          <a:bodyPr vert="horz" lIns="91440" tIns="45720" rIns="91440" bIns="45720" rtlCol="0" anchor="b">
            <a:normAutofit/>
          </a:bodyPr>
          <a:lstStyle>
            <a:lvl1pPr>
              <a:buNone/>
              <a:defRPr lang="en-US" sz="2400" b="0" cap="none" dirty="0">
                <a:ln w="3175" cmpd="sng">
                  <a:noFill/>
                </a:ln>
                <a:solidFill>
                  <a:schemeClr val="tx1"/>
                </a:solidFill>
                <a:effectLst/>
              </a:defRPr>
            </a:lvl1pPr>
          </a:lstStyle>
          <a:p>
            <a:pPr marL="0" lvl="0">
              <a:spcBef>
                <a:spcPct val="0"/>
              </a:spcBef>
              <a:buNone/>
            </a:pPr>
            <a:r>
              <a:rPr lang="tr-TR"/>
              <a:t>Asıl metin stillerini düzenlemek için tıklayın</a:t>
            </a:r>
          </a:p>
        </p:txBody>
      </p:sp>
      <p:sp>
        <p:nvSpPr>
          <p:cNvPr id="3" name="Text Placeholder 2"/>
          <p:cNvSpPr>
            <a:spLocks noGrp="1"/>
          </p:cNvSpPr>
          <p:nvPr>
            <p:ph type="body" idx="1"/>
          </p:nvPr>
        </p:nvSpPr>
        <p:spPr>
          <a:xfrm>
            <a:off x="685799" y="4775200"/>
            <a:ext cx="10135436" cy="10160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a:t>Asıl metin stillerini düzenlemek için tıklayın</a:t>
            </a:r>
          </a:p>
        </p:txBody>
      </p:sp>
      <p:sp>
        <p:nvSpPr>
          <p:cNvPr id="4" name="Date Placeholder 3"/>
          <p:cNvSpPr>
            <a:spLocks noGrp="1"/>
          </p:cNvSpPr>
          <p:nvPr>
            <p:ph type="dt" sz="half" idx="10"/>
          </p:nvPr>
        </p:nvSpPr>
        <p:spPr/>
        <p:txBody>
          <a:bodyPr/>
          <a:lstStyle/>
          <a:p>
            <a:fld id="{B61BEF0D-F0BB-DE4B-95CE-6DB70DBA9567}" type="datetimeFigureOut">
              <a:rPr lang="en-US" dirty="0"/>
              <a:pPr/>
              <a:t>4/22/2026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Doğru veya Yanlış">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2743199"/>
          </a:xfrm>
        </p:spPr>
        <p:txBody>
          <a:bodyPr vert="horz" lIns="91440" tIns="45720" rIns="91440" bIns="45720" rtlCol="0" anchor="ctr">
            <a:normAutofit/>
          </a:bodyPr>
          <a:lstStyle>
            <a:lvl1pPr>
              <a:defRPr lang="en-US" b="0" dirty="0"/>
            </a:lvl1pPr>
          </a:lstStyle>
          <a:p>
            <a:pPr marL="0" lvl="0"/>
            <a:r>
              <a:rPr lang="tr-TR"/>
              <a:t>Asıl başlık stilini düzenlemek için tıklayın</a:t>
            </a:r>
            <a:endParaRPr lang="en-US" dirty="0"/>
          </a:p>
        </p:txBody>
      </p:sp>
      <p:sp>
        <p:nvSpPr>
          <p:cNvPr id="10" name="Text Placeholder 9"/>
          <p:cNvSpPr>
            <a:spLocks noGrp="1"/>
          </p:cNvSpPr>
          <p:nvPr>
            <p:ph type="body" sz="quarter" idx="13"/>
          </p:nvPr>
        </p:nvSpPr>
        <p:spPr>
          <a:xfrm>
            <a:off x="685801" y="3505200"/>
            <a:ext cx="10131428"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tr-TR"/>
              <a:t>Asıl metin stillerini düzenlemek için tıklayın</a:t>
            </a:r>
          </a:p>
        </p:txBody>
      </p:sp>
      <p:sp>
        <p:nvSpPr>
          <p:cNvPr id="3" name="Text Placeholder 2"/>
          <p:cNvSpPr>
            <a:spLocks noGrp="1"/>
          </p:cNvSpPr>
          <p:nvPr>
            <p:ph type="body" idx="1"/>
          </p:nvPr>
        </p:nvSpPr>
        <p:spPr>
          <a:xfrm>
            <a:off x="685800" y="4343400"/>
            <a:ext cx="10131428"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a:t>Asıl metin stillerini düzenlemek için tıklayın</a:t>
            </a:r>
          </a:p>
        </p:txBody>
      </p:sp>
      <p:sp>
        <p:nvSpPr>
          <p:cNvPr id="4" name="Date Placeholder 3"/>
          <p:cNvSpPr>
            <a:spLocks noGrp="1"/>
          </p:cNvSpPr>
          <p:nvPr>
            <p:ph type="dt" sz="half" idx="10"/>
          </p:nvPr>
        </p:nvSpPr>
        <p:spPr/>
        <p:txBody>
          <a:bodyPr/>
          <a:lstStyle/>
          <a:p>
            <a:fld id="{B61BEF0D-F0BB-DE4B-95CE-6DB70DBA9567}" type="datetimeFigureOut">
              <a:rPr lang="en-US" dirty="0"/>
              <a:pPr/>
              <a:t>4/22/2026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Başlık ve Dikey Metin">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3" name="Vertical Text Placeholder 2"/>
          <p:cNvSpPr>
            <a:spLocks noGrp="1"/>
          </p:cNvSpPr>
          <p:nvPr>
            <p:ph type="body" orient="vert" idx="1"/>
          </p:nvPr>
        </p:nvSpPr>
        <p:spPr/>
        <p:txBody>
          <a:bodyPr vert="eaVert" ancho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4/22/2026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8" name="Title 1"/>
          <p:cNvSpPr>
            <a:spLocks noGrp="1"/>
          </p:cNvSpPr>
          <p:nvPr>
            <p:ph type="title"/>
          </p:nvPr>
        </p:nvSpPr>
        <p:spPr>
          <a:xfrm>
            <a:off x="685801" y="609600"/>
            <a:ext cx="10131425" cy="1456267"/>
          </a:xfrm>
        </p:spPr>
        <p:txBody>
          <a:bodyPr/>
          <a:lstStyle/>
          <a:p>
            <a:r>
              <a:rPr lang="tr-TR"/>
              <a:t>Asıl başlık stilini düzenlemek için tıklayın</a:t>
            </a:r>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Vertical Title 1"/>
          <p:cNvSpPr>
            <a:spLocks noGrp="1"/>
          </p:cNvSpPr>
          <p:nvPr>
            <p:ph type="title" orient="vert"/>
          </p:nvPr>
        </p:nvSpPr>
        <p:spPr>
          <a:xfrm>
            <a:off x="8658675" y="609599"/>
            <a:ext cx="2158552" cy="5181601"/>
          </a:xfrm>
        </p:spPr>
        <p:txBody>
          <a:bodyPr vert="eaVert"/>
          <a:lstStyle/>
          <a:p>
            <a:r>
              <a:rPr lang="tr-TR"/>
              <a:t>Asıl başlık stilini düzenlemek için tıklayın</a:t>
            </a:r>
            <a:endParaRPr lang="en-US" dirty="0"/>
          </a:p>
        </p:txBody>
      </p:sp>
      <p:sp>
        <p:nvSpPr>
          <p:cNvPr id="3" name="Vertical Text Placeholder 2"/>
          <p:cNvSpPr>
            <a:spLocks noGrp="1"/>
          </p:cNvSpPr>
          <p:nvPr>
            <p:ph type="body" orient="vert" idx="1"/>
          </p:nvPr>
        </p:nvSpPr>
        <p:spPr>
          <a:xfrm>
            <a:off x="685800" y="609600"/>
            <a:ext cx="7832116" cy="5181600"/>
          </a:xfrm>
        </p:spPr>
        <p:txBody>
          <a:bodyPr vert="eaVert" ancho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4/22/2026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13" Type="http://schemas.openxmlformats.org/officeDocument/2006/relationships/slideLayout" Target="../slideLayouts/slideLayout13.xml" /><Relationship Id="rId18" Type="http://schemas.openxmlformats.org/officeDocument/2006/relationships/theme" Target="../theme/theme1.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slideLayout" Target="../slideLayouts/slideLayout12.xml" /><Relationship Id="rId17" Type="http://schemas.openxmlformats.org/officeDocument/2006/relationships/slideLayout" Target="../slideLayouts/slideLayout17.xml" /><Relationship Id="rId2" Type="http://schemas.openxmlformats.org/officeDocument/2006/relationships/slideLayout" Target="../slideLayouts/slideLayout2.xml" /><Relationship Id="rId16" Type="http://schemas.openxmlformats.org/officeDocument/2006/relationships/slideLayout" Target="../slideLayouts/slideLayout16.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5" Type="http://schemas.openxmlformats.org/officeDocument/2006/relationships/slideLayout" Target="../slideLayouts/slideLayout1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 Id="rId14" Type="http://schemas.openxmlformats.org/officeDocument/2006/relationships/slideLayout" Target="../slideLayouts/slideLayout14.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801" y="609600"/>
            <a:ext cx="10131425" cy="1456267"/>
          </a:xfrm>
          <a:prstGeom prst="rect">
            <a:avLst/>
          </a:prstGeom>
          <a:effectLst/>
        </p:spPr>
        <p:txBody>
          <a:bodyPr vert="horz" lIns="91440" tIns="45720" rIns="91440" bIns="45720" rtlCol="0" anchor="ctr">
            <a:normAutofit/>
          </a:bodyPr>
          <a:lstStyle/>
          <a:p>
            <a:r>
              <a:rPr lang="tr-TR"/>
              <a:t>Asıl başlık stilini düzenlemek için tıklayın</a:t>
            </a:r>
            <a:endParaRPr lang="en-US" dirty="0"/>
          </a:p>
        </p:txBody>
      </p:sp>
      <p:sp>
        <p:nvSpPr>
          <p:cNvPr id="3" name="Text Placeholder 2"/>
          <p:cNvSpPr>
            <a:spLocks noGrp="1"/>
          </p:cNvSpPr>
          <p:nvPr>
            <p:ph type="body" idx="1"/>
          </p:nvPr>
        </p:nvSpPr>
        <p:spPr>
          <a:xfrm>
            <a:off x="685801" y="2142067"/>
            <a:ext cx="10131425" cy="3649133"/>
          </a:xfrm>
          <a:prstGeom prst="rect">
            <a:avLst/>
          </a:prstGeom>
        </p:spPr>
        <p:txBody>
          <a:bodyPr vert="horz" lIns="91440" tIns="45720" rIns="91440" bIns="45720" rtlCol="0" anchor="ctr">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2"/>
          </p:nvPr>
        </p:nvSpPr>
        <p:spPr>
          <a:xfrm>
            <a:off x="8589660" y="5870575"/>
            <a:ext cx="1600200"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61BEF0D-F0BB-DE4B-95CE-6DB70DBA9567}" type="datetimeFigureOut">
              <a:rPr lang="en-US" dirty="0"/>
              <a:pPr/>
              <a:t>4/22/2026</a:t>
            </a:fld>
            <a:endParaRPr lang="en-US" dirty="0"/>
          </a:p>
        </p:txBody>
      </p:sp>
      <p:sp>
        <p:nvSpPr>
          <p:cNvPr id="5" name="Footer Placeholder 4"/>
          <p:cNvSpPr>
            <a:spLocks noGrp="1"/>
          </p:cNvSpPr>
          <p:nvPr>
            <p:ph type="ftr" sz="quarter" idx="3"/>
          </p:nvPr>
        </p:nvSpPr>
        <p:spPr>
          <a:xfrm>
            <a:off x="685800" y="5870575"/>
            <a:ext cx="7827659" cy="3778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266060" y="5870575"/>
            <a:ext cx="551167"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57F1E4F-1CFF-5643-939E-217C01CDF56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0" r:id="rId9"/>
    <p:sldLayoutId id="2147483657" r:id="rId10"/>
    <p:sldLayoutId id="2147483663" r:id="rId11"/>
    <p:sldLayoutId id="2147483664" r:id="rId12"/>
    <p:sldLayoutId id="2147483665" r:id="rId13"/>
    <p:sldLayoutId id="2147483668" r:id="rId14"/>
    <p:sldLayoutId id="2147483667" r:id="rId15"/>
    <p:sldLayoutId id="2147483658" r:id="rId16"/>
    <p:sldLayoutId id="2147483659"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 /></Relationships>
</file>

<file path=ppt/slides/_rels/slide3.xml.rels><?xml version="1.0" encoding="UTF-8" standalone="yes"?>
<Relationships xmlns="http://schemas.openxmlformats.org/package/2006/relationships"><Relationship Id="rId3" Type="http://schemas.openxmlformats.org/officeDocument/2006/relationships/image" Target="../media/image5.jpeg" /><Relationship Id="rId2" Type="http://schemas.openxmlformats.org/officeDocument/2006/relationships/image" Target="../media/image4.jpeg" /><Relationship Id="rId1" Type="http://schemas.openxmlformats.org/officeDocument/2006/relationships/slideLayout" Target="../slideLayouts/slideLayout11.xml" /></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3" Type="http://schemas.openxmlformats.org/officeDocument/2006/relationships/image" Target="../media/image7.jpeg" /><Relationship Id="rId2" Type="http://schemas.openxmlformats.org/officeDocument/2006/relationships/image" Target="../media/image6.jpeg" /><Relationship Id="rId1" Type="http://schemas.openxmlformats.org/officeDocument/2006/relationships/slideLayout" Target="../slideLayouts/slideLayout2.xml" /></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B74BD742-7D89-E323-A6FA-07722426AC74}"/>
              </a:ext>
            </a:extLst>
          </p:cNvPr>
          <p:cNvSpPr>
            <a:spLocks noGrp="1"/>
          </p:cNvSpPr>
          <p:nvPr>
            <p:ph type="ctrTitle"/>
          </p:nvPr>
        </p:nvSpPr>
        <p:spPr/>
        <p:txBody>
          <a:bodyPr/>
          <a:lstStyle/>
          <a:p>
            <a:r>
              <a:rPr lang="tr-TR" dirty="0"/>
              <a:t>Dünyanın şekli, eksen eğikliği, günlük ve yıllık </a:t>
            </a:r>
            <a:r>
              <a:rPr lang="tr-TR"/>
              <a:t>hareketlerinin etkisi</a:t>
            </a:r>
          </a:p>
        </p:txBody>
      </p:sp>
      <p:sp>
        <p:nvSpPr>
          <p:cNvPr id="3" name="Alt Başlık 2">
            <a:extLst>
              <a:ext uri="{FF2B5EF4-FFF2-40B4-BE49-F238E27FC236}">
                <a16:creationId xmlns:a16="http://schemas.microsoft.com/office/drawing/2014/main" id="{CFDFF98B-B62D-A858-9548-639E4CA1E101}"/>
              </a:ext>
            </a:extLst>
          </p:cNvPr>
          <p:cNvSpPr>
            <a:spLocks noGrp="1"/>
          </p:cNvSpPr>
          <p:nvPr>
            <p:ph type="subTitle" idx="1"/>
          </p:nvPr>
        </p:nvSpPr>
        <p:spPr/>
        <p:txBody>
          <a:bodyPr/>
          <a:lstStyle/>
          <a:p>
            <a:r>
              <a:rPr lang="tr-TR" dirty="0"/>
              <a:t>Mete </a:t>
            </a:r>
            <a:r>
              <a:rPr lang="tr-TR" dirty="0" err="1"/>
              <a:t>batuhan</a:t>
            </a:r>
            <a:r>
              <a:rPr lang="tr-TR" dirty="0"/>
              <a:t> Akkoyun 9/a 285</a:t>
            </a:r>
          </a:p>
        </p:txBody>
      </p:sp>
    </p:spTree>
    <p:extLst>
      <p:ext uri="{BB962C8B-B14F-4D97-AF65-F5344CB8AC3E}">
        <p14:creationId xmlns:p14="http://schemas.microsoft.com/office/powerpoint/2010/main" val="34117210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296D1702-2EE2-0C44-ABE2-95D958D10DFA}"/>
              </a:ext>
            </a:extLst>
          </p:cNvPr>
          <p:cNvSpPr>
            <a:spLocks noGrp="1"/>
          </p:cNvSpPr>
          <p:nvPr>
            <p:ph type="title"/>
          </p:nvPr>
        </p:nvSpPr>
        <p:spPr/>
        <p:txBody>
          <a:bodyPr/>
          <a:lstStyle/>
          <a:p>
            <a:r>
              <a:rPr lang="tr-TR" dirty="0"/>
              <a:t>Dünya’nın Şekli</a:t>
            </a:r>
          </a:p>
        </p:txBody>
      </p:sp>
      <p:sp>
        <p:nvSpPr>
          <p:cNvPr id="3" name="İçerik Yer Tutucusu 2">
            <a:extLst>
              <a:ext uri="{FF2B5EF4-FFF2-40B4-BE49-F238E27FC236}">
                <a16:creationId xmlns:a16="http://schemas.microsoft.com/office/drawing/2014/main" id="{D3C00868-413D-F815-C3BD-9C0C4DACA9E0}"/>
              </a:ext>
            </a:extLst>
          </p:cNvPr>
          <p:cNvSpPr>
            <a:spLocks noGrp="1"/>
          </p:cNvSpPr>
          <p:nvPr>
            <p:ph type="body" idx="1"/>
          </p:nvPr>
        </p:nvSpPr>
        <p:spPr/>
        <p:txBody>
          <a:bodyPr>
            <a:normAutofit/>
          </a:bodyPr>
          <a:lstStyle/>
          <a:p>
            <a:pPr marL="0" indent="0">
              <a:buNone/>
            </a:pPr>
            <a:r>
              <a:rPr lang="tr-TR" sz="2400" dirty="0"/>
              <a:t>Dünya’nın kutuplardan basık Ekvator’dan şişkince kendine has bir şekli vardır. Bu şekle geoit adı verilir. </a:t>
            </a:r>
          </a:p>
        </p:txBody>
      </p:sp>
    </p:spTree>
    <p:extLst>
      <p:ext uri="{BB962C8B-B14F-4D97-AF65-F5344CB8AC3E}">
        <p14:creationId xmlns:p14="http://schemas.microsoft.com/office/powerpoint/2010/main" val="3574031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etin Yer Tutucusu 2">
            <a:extLst>
              <a:ext uri="{FF2B5EF4-FFF2-40B4-BE49-F238E27FC236}">
                <a16:creationId xmlns:a16="http://schemas.microsoft.com/office/drawing/2014/main" id="{B684C819-3EEB-845C-F5AE-55100572D4FA}"/>
              </a:ext>
            </a:extLst>
          </p:cNvPr>
          <p:cNvSpPr>
            <a:spLocks noGrp="1"/>
          </p:cNvSpPr>
          <p:nvPr>
            <p:ph type="body" idx="1"/>
          </p:nvPr>
        </p:nvSpPr>
        <p:spPr>
          <a:xfrm>
            <a:off x="83671" y="3536576"/>
            <a:ext cx="6772835" cy="3085353"/>
          </a:xfrm>
        </p:spPr>
        <p:txBody>
          <a:bodyPr/>
          <a:lstStyle/>
          <a:p>
            <a:r>
              <a:rPr lang="tr-TR" dirty="0"/>
              <a:t>Dünya’nın baskın ve şişkin yüzeyleri gösteren resimler.</a:t>
            </a:r>
          </a:p>
        </p:txBody>
      </p:sp>
      <p:pic>
        <p:nvPicPr>
          <p:cNvPr id="4" name="Resim 3">
            <a:extLst>
              <a:ext uri="{FF2B5EF4-FFF2-40B4-BE49-F238E27FC236}">
                <a16:creationId xmlns:a16="http://schemas.microsoft.com/office/drawing/2014/main" id="{1CE8FA63-D646-6E9F-6D8C-8D68A6B636F8}"/>
              </a:ext>
            </a:extLst>
          </p:cNvPr>
          <p:cNvPicPr>
            <a:picLocks noChangeAspect="1"/>
          </p:cNvPicPr>
          <p:nvPr/>
        </p:nvPicPr>
        <p:blipFill>
          <a:blip r:embed="rId2"/>
          <a:stretch>
            <a:fillRect/>
          </a:stretch>
        </p:blipFill>
        <p:spPr>
          <a:xfrm>
            <a:off x="83671" y="0"/>
            <a:ext cx="6686550" cy="2667000"/>
          </a:xfrm>
          <a:prstGeom prst="rect">
            <a:avLst/>
          </a:prstGeom>
        </p:spPr>
      </p:pic>
      <p:pic>
        <p:nvPicPr>
          <p:cNvPr id="2" name="Resim 1">
            <a:extLst>
              <a:ext uri="{FF2B5EF4-FFF2-40B4-BE49-F238E27FC236}">
                <a16:creationId xmlns:a16="http://schemas.microsoft.com/office/drawing/2014/main" id="{0F6802AF-B2D3-C779-E3C9-29E251FF70A4}"/>
              </a:ext>
            </a:extLst>
          </p:cNvPr>
          <p:cNvPicPr>
            <a:picLocks noChangeAspect="1"/>
          </p:cNvPicPr>
          <p:nvPr/>
        </p:nvPicPr>
        <p:blipFill>
          <a:blip r:embed="rId3"/>
          <a:stretch>
            <a:fillRect/>
          </a:stretch>
        </p:blipFill>
        <p:spPr>
          <a:xfrm>
            <a:off x="7438277" y="0"/>
            <a:ext cx="4048125" cy="3676650"/>
          </a:xfrm>
          <a:prstGeom prst="rect">
            <a:avLst/>
          </a:prstGeom>
        </p:spPr>
      </p:pic>
    </p:spTree>
    <p:extLst>
      <p:ext uri="{BB962C8B-B14F-4D97-AF65-F5344CB8AC3E}">
        <p14:creationId xmlns:p14="http://schemas.microsoft.com/office/powerpoint/2010/main" val="39172973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9C06512F-56B9-54B4-8573-0FA7468EAF74}"/>
              </a:ext>
            </a:extLst>
          </p:cNvPr>
          <p:cNvSpPr>
            <a:spLocks noGrp="1"/>
          </p:cNvSpPr>
          <p:nvPr>
            <p:ph type="title"/>
          </p:nvPr>
        </p:nvSpPr>
        <p:spPr/>
        <p:txBody>
          <a:bodyPr/>
          <a:lstStyle/>
          <a:p>
            <a:r>
              <a:rPr lang="tr-TR" dirty="0"/>
              <a:t>Dünya’nın şeklinin yarattığı Etkiler</a:t>
            </a:r>
          </a:p>
        </p:txBody>
      </p:sp>
      <p:sp>
        <p:nvSpPr>
          <p:cNvPr id="3" name="İçerik Yer Tutucusu 2">
            <a:extLst>
              <a:ext uri="{FF2B5EF4-FFF2-40B4-BE49-F238E27FC236}">
                <a16:creationId xmlns:a16="http://schemas.microsoft.com/office/drawing/2014/main" id="{D1FCA63A-0AC9-2664-34CD-1702BA662ACA}"/>
              </a:ext>
            </a:extLst>
          </p:cNvPr>
          <p:cNvSpPr>
            <a:spLocks noGrp="1"/>
          </p:cNvSpPr>
          <p:nvPr>
            <p:ph idx="1"/>
          </p:nvPr>
        </p:nvSpPr>
        <p:spPr>
          <a:xfrm>
            <a:off x="685801" y="2065867"/>
            <a:ext cx="6844552" cy="535391"/>
          </a:xfrm>
        </p:spPr>
        <p:txBody>
          <a:bodyPr>
            <a:normAutofit fontScale="70000" lnSpcReduction="20000"/>
          </a:bodyPr>
          <a:lstStyle/>
          <a:p>
            <a:r>
              <a:rPr lang="tr-TR" sz="2400" dirty="0"/>
              <a:t>Kutup noktaları, Ekvator’a göre Dünya’nın merkezine daha yakın olduğundan yer çekimi kutuplarda daha fazladır.</a:t>
            </a:r>
          </a:p>
        </p:txBody>
      </p:sp>
      <p:sp>
        <p:nvSpPr>
          <p:cNvPr id="5" name="İçerik Yer Tutucusu 2">
            <a:extLst>
              <a:ext uri="{FF2B5EF4-FFF2-40B4-BE49-F238E27FC236}">
                <a16:creationId xmlns:a16="http://schemas.microsoft.com/office/drawing/2014/main" id="{F3B0BAD6-83E3-EF38-106A-62922B99DB4D}"/>
              </a:ext>
            </a:extLst>
          </p:cNvPr>
          <p:cNvSpPr>
            <a:spLocks noGrp="1"/>
          </p:cNvSpPr>
          <p:nvPr>
            <p:ph idx="1"/>
          </p:nvPr>
        </p:nvSpPr>
        <p:spPr>
          <a:xfrm>
            <a:off x="685801" y="2986743"/>
            <a:ext cx="6844552" cy="535391"/>
          </a:xfrm>
        </p:spPr>
        <p:txBody>
          <a:bodyPr>
            <a:normAutofit fontScale="70000" lnSpcReduction="20000"/>
          </a:bodyPr>
          <a:lstStyle/>
          <a:p>
            <a:r>
              <a:rPr lang="tr-TR" sz="2400" dirty="0"/>
              <a:t>Ekvator’un daha şişkin olması yüzünden Ekvator’un çevresi kutupların çevresinden daha geniştir.</a:t>
            </a:r>
          </a:p>
        </p:txBody>
      </p:sp>
      <p:sp>
        <p:nvSpPr>
          <p:cNvPr id="7" name="İçerik Yer Tutucusu 2">
            <a:extLst>
              <a:ext uri="{FF2B5EF4-FFF2-40B4-BE49-F238E27FC236}">
                <a16:creationId xmlns:a16="http://schemas.microsoft.com/office/drawing/2014/main" id="{9B5AAFC5-4E2C-B405-2BAB-819C70077F16}"/>
              </a:ext>
            </a:extLst>
          </p:cNvPr>
          <p:cNvSpPr>
            <a:spLocks noGrp="1"/>
          </p:cNvSpPr>
          <p:nvPr>
            <p:ph idx="1"/>
          </p:nvPr>
        </p:nvSpPr>
        <p:spPr>
          <a:xfrm>
            <a:off x="685801" y="3907619"/>
            <a:ext cx="6844552" cy="535391"/>
          </a:xfrm>
        </p:spPr>
        <p:txBody>
          <a:bodyPr>
            <a:normAutofit fontScale="70000" lnSpcReduction="20000"/>
          </a:bodyPr>
          <a:lstStyle/>
          <a:p>
            <a:r>
              <a:rPr lang="tr-TR" sz="2400" dirty="0"/>
              <a:t>Dünya küresel bir şekle sahip olduğu için cisimlerin gölge boyları kutuplara doğru uzar.</a:t>
            </a:r>
          </a:p>
        </p:txBody>
      </p:sp>
      <p:sp>
        <p:nvSpPr>
          <p:cNvPr id="9" name="İçerik Yer Tutucusu 2">
            <a:extLst>
              <a:ext uri="{FF2B5EF4-FFF2-40B4-BE49-F238E27FC236}">
                <a16:creationId xmlns:a16="http://schemas.microsoft.com/office/drawing/2014/main" id="{7660300C-4A02-261C-3BA1-60A42D1C23E3}"/>
              </a:ext>
            </a:extLst>
          </p:cNvPr>
          <p:cNvSpPr>
            <a:spLocks noGrp="1"/>
          </p:cNvSpPr>
          <p:nvPr>
            <p:ph idx="1"/>
          </p:nvPr>
        </p:nvSpPr>
        <p:spPr>
          <a:xfrm>
            <a:off x="685801" y="4828495"/>
            <a:ext cx="6844552" cy="535391"/>
          </a:xfrm>
        </p:spPr>
        <p:txBody>
          <a:bodyPr>
            <a:normAutofit fontScale="70000" lnSpcReduction="20000"/>
          </a:bodyPr>
          <a:lstStyle/>
          <a:p>
            <a:r>
              <a:rPr lang="tr-TR" sz="2400" dirty="0"/>
              <a:t>Meridyenlerin boyları birbirine eşittir. Meridyenler arası mesafe Ekvator’dan kutuplara doğru daralır.</a:t>
            </a:r>
          </a:p>
        </p:txBody>
      </p:sp>
    </p:spTree>
    <p:extLst>
      <p:ext uri="{BB962C8B-B14F-4D97-AF65-F5344CB8AC3E}">
        <p14:creationId xmlns:p14="http://schemas.microsoft.com/office/powerpoint/2010/main" val="3059557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BF39E4A3-019B-D178-8AE4-B582C924EFE7}"/>
              </a:ext>
            </a:extLst>
          </p:cNvPr>
          <p:cNvSpPr>
            <a:spLocks noGrp="1"/>
          </p:cNvSpPr>
          <p:nvPr>
            <p:ph type="title"/>
          </p:nvPr>
        </p:nvSpPr>
        <p:spPr/>
        <p:txBody>
          <a:bodyPr/>
          <a:lstStyle/>
          <a:p>
            <a:r>
              <a:rPr lang="tr-TR" dirty="0"/>
              <a:t>Dünya’nın eksen Eğikliği</a:t>
            </a:r>
          </a:p>
        </p:txBody>
      </p:sp>
      <p:sp>
        <p:nvSpPr>
          <p:cNvPr id="3" name="İçerik Yer Tutucusu 2">
            <a:extLst>
              <a:ext uri="{FF2B5EF4-FFF2-40B4-BE49-F238E27FC236}">
                <a16:creationId xmlns:a16="http://schemas.microsoft.com/office/drawing/2014/main" id="{B8851487-7957-AE7F-1D6A-C7CE73221672}"/>
              </a:ext>
            </a:extLst>
          </p:cNvPr>
          <p:cNvSpPr>
            <a:spLocks noGrp="1"/>
          </p:cNvSpPr>
          <p:nvPr>
            <p:ph idx="1"/>
          </p:nvPr>
        </p:nvSpPr>
        <p:spPr/>
        <p:txBody>
          <a:bodyPr>
            <a:normAutofit/>
          </a:bodyPr>
          <a:lstStyle/>
          <a:p>
            <a:pPr marL="0" indent="0">
              <a:buNone/>
            </a:pPr>
            <a:r>
              <a:rPr lang="tr-TR" sz="2400" dirty="0"/>
              <a:t>Dünya'nın eksen eğikliği yörünge düzlemi ile Ekvator arasındaki açıdır. Bu açı 23° 27’lik bir açıdır ve dönencelerin sınırlarını belirler.</a:t>
            </a:r>
          </a:p>
        </p:txBody>
      </p:sp>
    </p:spTree>
    <p:extLst>
      <p:ext uri="{BB962C8B-B14F-4D97-AF65-F5344CB8AC3E}">
        <p14:creationId xmlns:p14="http://schemas.microsoft.com/office/powerpoint/2010/main" val="30131543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çerik Yer Tutucusu 5">
            <a:extLst>
              <a:ext uri="{FF2B5EF4-FFF2-40B4-BE49-F238E27FC236}">
                <a16:creationId xmlns:a16="http://schemas.microsoft.com/office/drawing/2014/main" id="{702D6115-3957-8267-BA55-E8244A358178}"/>
              </a:ext>
            </a:extLst>
          </p:cNvPr>
          <p:cNvPicPr>
            <a:picLocks noGrp="1" noChangeAspect="1"/>
          </p:cNvPicPr>
          <p:nvPr>
            <p:ph idx="1"/>
          </p:nvPr>
        </p:nvPicPr>
        <p:blipFill>
          <a:blip r:embed="rId2"/>
          <a:stretch>
            <a:fillRect/>
          </a:stretch>
        </p:blipFill>
        <p:spPr>
          <a:xfrm rot="10800000" flipH="1" flipV="1">
            <a:off x="334682" y="119530"/>
            <a:ext cx="5594190" cy="4593862"/>
          </a:xfrm>
          <a:prstGeom prst="rect">
            <a:avLst/>
          </a:prstGeom>
        </p:spPr>
      </p:pic>
      <p:pic>
        <p:nvPicPr>
          <p:cNvPr id="7" name="Resim 6">
            <a:extLst>
              <a:ext uri="{FF2B5EF4-FFF2-40B4-BE49-F238E27FC236}">
                <a16:creationId xmlns:a16="http://schemas.microsoft.com/office/drawing/2014/main" id="{3F8DDE26-4305-8EE9-63E1-F32B740DBE43}"/>
              </a:ext>
            </a:extLst>
          </p:cNvPr>
          <p:cNvPicPr>
            <a:picLocks noChangeAspect="1"/>
          </p:cNvPicPr>
          <p:nvPr/>
        </p:nvPicPr>
        <p:blipFill>
          <a:blip r:embed="rId3"/>
          <a:stretch>
            <a:fillRect/>
          </a:stretch>
        </p:blipFill>
        <p:spPr>
          <a:xfrm>
            <a:off x="6263129" y="119530"/>
            <a:ext cx="5715000" cy="4457700"/>
          </a:xfrm>
          <a:prstGeom prst="rect">
            <a:avLst/>
          </a:prstGeom>
        </p:spPr>
      </p:pic>
      <p:sp>
        <p:nvSpPr>
          <p:cNvPr id="8" name="Metin kutusu 7">
            <a:extLst>
              <a:ext uri="{FF2B5EF4-FFF2-40B4-BE49-F238E27FC236}">
                <a16:creationId xmlns:a16="http://schemas.microsoft.com/office/drawing/2014/main" id="{F362506F-7BC8-EC32-C0D1-58C47A569D0E}"/>
              </a:ext>
            </a:extLst>
          </p:cNvPr>
          <p:cNvSpPr txBox="1"/>
          <p:nvPr/>
        </p:nvSpPr>
        <p:spPr>
          <a:xfrm>
            <a:off x="1057836" y="4713393"/>
            <a:ext cx="7631952" cy="1077218"/>
          </a:xfrm>
          <a:prstGeom prst="rect">
            <a:avLst/>
          </a:prstGeom>
          <a:noFill/>
        </p:spPr>
        <p:txBody>
          <a:bodyPr wrap="square" rtlCol="0">
            <a:spAutoFit/>
          </a:bodyPr>
          <a:lstStyle/>
          <a:p>
            <a:pPr algn="l"/>
            <a:r>
              <a:rPr lang="tr-TR" sz="3200" dirty="0"/>
              <a:t>Dünya’nın eksen eğikliğini </a:t>
            </a:r>
            <a:r>
              <a:rPr lang="tr-TR" sz="3200"/>
              <a:t>gösteren fotoğraflar.</a:t>
            </a:r>
            <a:endParaRPr lang="tr-TR" sz="3200" dirty="0"/>
          </a:p>
        </p:txBody>
      </p:sp>
    </p:spTree>
    <p:extLst>
      <p:ext uri="{BB962C8B-B14F-4D97-AF65-F5344CB8AC3E}">
        <p14:creationId xmlns:p14="http://schemas.microsoft.com/office/powerpoint/2010/main" val="11768892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374C5097-FD93-71CD-4275-45F263467A34}"/>
              </a:ext>
            </a:extLst>
          </p:cNvPr>
          <p:cNvSpPr>
            <a:spLocks noGrp="1"/>
          </p:cNvSpPr>
          <p:nvPr>
            <p:ph type="title"/>
          </p:nvPr>
        </p:nvSpPr>
        <p:spPr/>
        <p:txBody>
          <a:bodyPr/>
          <a:lstStyle/>
          <a:p>
            <a:r>
              <a:rPr lang="tr-TR" dirty="0"/>
              <a:t>Dünya’nın eksen eğikliğinin etkisi</a:t>
            </a:r>
          </a:p>
        </p:txBody>
      </p:sp>
      <p:sp>
        <p:nvSpPr>
          <p:cNvPr id="3" name="İçerik Yer Tutucusu 2">
            <a:extLst>
              <a:ext uri="{FF2B5EF4-FFF2-40B4-BE49-F238E27FC236}">
                <a16:creationId xmlns:a16="http://schemas.microsoft.com/office/drawing/2014/main" id="{D96F29EC-4A9D-02BA-7AAE-9B6164FCD944}"/>
              </a:ext>
            </a:extLst>
          </p:cNvPr>
          <p:cNvSpPr>
            <a:spLocks noGrp="1"/>
          </p:cNvSpPr>
          <p:nvPr>
            <p:ph idx="1"/>
          </p:nvPr>
        </p:nvSpPr>
        <p:spPr>
          <a:xfrm>
            <a:off x="685801" y="1889810"/>
            <a:ext cx="7227046" cy="750545"/>
          </a:xfrm>
        </p:spPr>
        <p:txBody>
          <a:bodyPr>
            <a:normAutofit/>
          </a:bodyPr>
          <a:lstStyle/>
          <a:p>
            <a:r>
              <a:rPr lang="tr-TR" sz="2400" dirty="0"/>
              <a:t>Mevsimlerin oluşmasını sağlar.</a:t>
            </a:r>
          </a:p>
        </p:txBody>
      </p:sp>
      <p:sp>
        <p:nvSpPr>
          <p:cNvPr id="5" name="İçerik Yer Tutucusu 2">
            <a:extLst>
              <a:ext uri="{FF2B5EF4-FFF2-40B4-BE49-F238E27FC236}">
                <a16:creationId xmlns:a16="http://schemas.microsoft.com/office/drawing/2014/main" id="{398FFC44-0A48-798F-1FCC-FD4955CE9B56}"/>
              </a:ext>
            </a:extLst>
          </p:cNvPr>
          <p:cNvSpPr>
            <a:spLocks noGrp="1"/>
          </p:cNvSpPr>
          <p:nvPr>
            <p:ph idx="1"/>
          </p:nvPr>
        </p:nvSpPr>
        <p:spPr>
          <a:xfrm>
            <a:off x="685801" y="2970804"/>
            <a:ext cx="7227046" cy="750545"/>
          </a:xfrm>
        </p:spPr>
        <p:txBody>
          <a:bodyPr>
            <a:normAutofit lnSpcReduction="10000"/>
          </a:bodyPr>
          <a:lstStyle/>
          <a:p>
            <a:r>
              <a:rPr lang="tr-TR" sz="2400" dirty="0"/>
              <a:t>Kuzey ve Güney yarım kürede farklı mevsimlerin yaşanmasına neden olur.</a:t>
            </a:r>
          </a:p>
        </p:txBody>
      </p:sp>
      <p:sp>
        <p:nvSpPr>
          <p:cNvPr id="7" name="İçerik Yer Tutucusu 2">
            <a:extLst>
              <a:ext uri="{FF2B5EF4-FFF2-40B4-BE49-F238E27FC236}">
                <a16:creationId xmlns:a16="http://schemas.microsoft.com/office/drawing/2014/main" id="{A4FC03B5-5481-0D15-65FF-E8D3AC230DBF}"/>
              </a:ext>
            </a:extLst>
          </p:cNvPr>
          <p:cNvSpPr>
            <a:spLocks noGrp="1"/>
          </p:cNvSpPr>
          <p:nvPr>
            <p:ph idx="1"/>
          </p:nvPr>
        </p:nvSpPr>
        <p:spPr>
          <a:xfrm>
            <a:off x="685801" y="4051798"/>
            <a:ext cx="7227046" cy="750545"/>
          </a:xfrm>
        </p:spPr>
        <p:txBody>
          <a:bodyPr>
            <a:normAutofit lnSpcReduction="10000"/>
          </a:bodyPr>
          <a:lstStyle/>
          <a:p>
            <a:r>
              <a:rPr lang="tr-TR" sz="2400" dirty="0"/>
              <a:t>Yıl boyunca gece ve gündüz sürelerinin değişmesine neden olur.</a:t>
            </a:r>
          </a:p>
        </p:txBody>
      </p:sp>
    </p:spTree>
    <p:extLst>
      <p:ext uri="{BB962C8B-B14F-4D97-AF65-F5344CB8AC3E}">
        <p14:creationId xmlns:p14="http://schemas.microsoft.com/office/powerpoint/2010/main" val="7586303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8F96EF1E-9E00-6105-BCDB-9729143FC765}"/>
              </a:ext>
            </a:extLst>
          </p:cNvPr>
          <p:cNvSpPr>
            <a:spLocks noGrp="1"/>
          </p:cNvSpPr>
          <p:nvPr>
            <p:ph type="title"/>
          </p:nvPr>
        </p:nvSpPr>
        <p:spPr/>
        <p:txBody>
          <a:bodyPr/>
          <a:lstStyle/>
          <a:p>
            <a:r>
              <a:rPr lang="tr-TR" dirty="0"/>
              <a:t>Dünya’nın günlük hareketleri</a:t>
            </a:r>
          </a:p>
        </p:txBody>
      </p:sp>
      <p:sp>
        <p:nvSpPr>
          <p:cNvPr id="3" name="İçerik Yer Tutucusu 2">
            <a:extLst>
              <a:ext uri="{FF2B5EF4-FFF2-40B4-BE49-F238E27FC236}">
                <a16:creationId xmlns:a16="http://schemas.microsoft.com/office/drawing/2014/main" id="{0D0A501F-816C-F51B-060B-FD6BE32A0794}"/>
              </a:ext>
            </a:extLst>
          </p:cNvPr>
          <p:cNvSpPr>
            <a:spLocks noGrp="1"/>
          </p:cNvSpPr>
          <p:nvPr>
            <p:ph idx="1"/>
          </p:nvPr>
        </p:nvSpPr>
        <p:spPr/>
        <p:txBody>
          <a:bodyPr>
            <a:normAutofit/>
          </a:bodyPr>
          <a:lstStyle/>
          <a:p>
            <a:pPr marL="0" indent="0">
              <a:buNone/>
            </a:pPr>
            <a:r>
              <a:rPr lang="tr-TR" sz="2400" dirty="0"/>
              <a:t>Dünya kendi ekseni etrafında batıdan doğuya doğru 24 saatte döner. Buna 1 gün bu harekete ise günlük hareket denir.</a:t>
            </a:r>
          </a:p>
        </p:txBody>
      </p:sp>
    </p:spTree>
    <p:extLst>
      <p:ext uri="{BB962C8B-B14F-4D97-AF65-F5344CB8AC3E}">
        <p14:creationId xmlns:p14="http://schemas.microsoft.com/office/powerpoint/2010/main" val="28812947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0C6A492D-7E51-B278-7B66-0F6BA7D53F4D}"/>
              </a:ext>
            </a:extLst>
          </p:cNvPr>
          <p:cNvSpPr>
            <a:spLocks noGrp="1"/>
          </p:cNvSpPr>
          <p:nvPr>
            <p:ph type="title"/>
          </p:nvPr>
        </p:nvSpPr>
        <p:spPr/>
        <p:txBody>
          <a:bodyPr/>
          <a:lstStyle/>
          <a:p>
            <a:r>
              <a:rPr lang="tr-TR" dirty="0"/>
              <a:t>Dünya’nın günlük hareketlerinin etkisi</a:t>
            </a:r>
          </a:p>
        </p:txBody>
      </p:sp>
      <p:sp>
        <p:nvSpPr>
          <p:cNvPr id="3" name="İçerik Yer Tutucusu 2">
            <a:extLst>
              <a:ext uri="{FF2B5EF4-FFF2-40B4-BE49-F238E27FC236}">
                <a16:creationId xmlns:a16="http://schemas.microsoft.com/office/drawing/2014/main" id="{BF2C46EC-3F75-76CA-188B-2A910A6D762B}"/>
              </a:ext>
            </a:extLst>
          </p:cNvPr>
          <p:cNvSpPr>
            <a:spLocks noGrp="1"/>
          </p:cNvSpPr>
          <p:nvPr>
            <p:ph idx="1"/>
          </p:nvPr>
        </p:nvSpPr>
        <p:spPr>
          <a:xfrm>
            <a:off x="685801" y="2065867"/>
            <a:ext cx="7179234" cy="822262"/>
          </a:xfrm>
        </p:spPr>
        <p:txBody>
          <a:bodyPr>
            <a:normAutofit/>
          </a:bodyPr>
          <a:lstStyle/>
          <a:p>
            <a:r>
              <a:rPr lang="tr-TR" sz="2400" dirty="0"/>
              <a:t>Günlük sıcaklık farkları oluşur.</a:t>
            </a:r>
          </a:p>
        </p:txBody>
      </p:sp>
      <p:sp>
        <p:nvSpPr>
          <p:cNvPr id="5" name="İçerik Yer Tutucusu 2">
            <a:extLst>
              <a:ext uri="{FF2B5EF4-FFF2-40B4-BE49-F238E27FC236}">
                <a16:creationId xmlns:a16="http://schemas.microsoft.com/office/drawing/2014/main" id="{38D8A20B-B212-9CEF-AED7-5B18B10FDBF4}"/>
              </a:ext>
            </a:extLst>
          </p:cNvPr>
          <p:cNvSpPr>
            <a:spLocks noGrp="1"/>
          </p:cNvSpPr>
          <p:nvPr>
            <p:ph idx="1"/>
          </p:nvPr>
        </p:nvSpPr>
        <p:spPr>
          <a:xfrm>
            <a:off x="685801" y="3017869"/>
            <a:ext cx="7179234" cy="822262"/>
          </a:xfrm>
        </p:spPr>
        <p:txBody>
          <a:bodyPr>
            <a:normAutofit/>
          </a:bodyPr>
          <a:lstStyle/>
          <a:p>
            <a:r>
              <a:rPr lang="tr-TR" sz="2400" dirty="0"/>
              <a:t>Gece ve gündüz birbirini izler.</a:t>
            </a:r>
          </a:p>
        </p:txBody>
      </p:sp>
      <p:sp>
        <p:nvSpPr>
          <p:cNvPr id="7" name="İçerik Yer Tutucusu 2">
            <a:extLst>
              <a:ext uri="{FF2B5EF4-FFF2-40B4-BE49-F238E27FC236}">
                <a16:creationId xmlns:a16="http://schemas.microsoft.com/office/drawing/2014/main" id="{931CC2EE-D1CA-B9BB-DCBF-3EEEDBC1E983}"/>
              </a:ext>
            </a:extLst>
          </p:cNvPr>
          <p:cNvSpPr>
            <a:spLocks noGrp="1"/>
          </p:cNvSpPr>
          <p:nvPr>
            <p:ph idx="1"/>
          </p:nvPr>
        </p:nvSpPr>
        <p:spPr>
          <a:xfrm>
            <a:off x="685801" y="3969872"/>
            <a:ext cx="7179234" cy="822262"/>
          </a:xfrm>
        </p:spPr>
        <p:txBody>
          <a:bodyPr>
            <a:normAutofit/>
          </a:bodyPr>
          <a:lstStyle/>
          <a:p>
            <a:r>
              <a:rPr lang="tr-TR" sz="2400" dirty="0"/>
              <a:t>Güneş doğudan doğar ve batıdan batar.</a:t>
            </a:r>
          </a:p>
        </p:txBody>
      </p:sp>
      <p:sp>
        <p:nvSpPr>
          <p:cNvPr id="9" name="İçerik Yer Tutucusu 2">
            <a:extLst>
              <a:ext uri="{FF2B5EF4-FFF2-40B4-BE49-F238E27FC236}">
                <a16:creationId xmlns:a16="http://schemas.microsoft.com/office/drawing/2014/main" id="{06AF4D06-F726-152D-B5FA-303121001B85}"/>
              </a:ext>
            </a:extLst>
          </p:cNvPr>
          <p:cNvSpPr>
            <a:spLocks noGrp="1"/>
          </p:cNvSpPr>
          <p:nvPr>
            <p:ph idx="1"/>
          </p:nvPr>
        </p:nvSpPr>
        <p:spPr>
          <a:xfrm>
            <a:off x="685801" y="4921875"/>
            <a:ext cx="7179234" cy="822262"/>
          </a:xfrm>
        </p:spPr>
        <p:txBody>
          <a:bodyPr>
            <a:normAutofit lnSpcReduction="10000"/>
          </a:bodyPr>
          <a:lstStyle/>
          <a:p>
            <a:r>
              <a:rPr lang="tr-TR" sz="2400" dirty="0"/>
              <a:t>Gün içinde Güneş ışınlarının geliş açısına göre cisimlerin gölge boyu değişir.</a:t>
            </a:r>
          </a:p>
        </p:txBody>
      </p:sp>
    </p:spTree>
    <p:extLst>
      <p:ext uri="{BB962C8B-B14F-4D97-AF65-F5344CB8AC3E}">
        <p14:creationId xmlns:p14="http://schemas.microsoft.com/office/powerpoint/2010/main" val="1738555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A5CF9411-3832-5D72-0EC4-C871FD715C81}"/>
              </a:ext>
            </a:extLst>
          </p:cNvPr>
          <p:cNvSpPr>
            <a:spLocks noGrp="1"/>
          </p:cNvSpPr>
          <p:nvPr>
            <p:ph type="title"/>
          </p:nvPr>
        </p:nvSpPr>
        <p:spPr/>
        <p:txBody>
          <a:bodyPr/>
          <a:lstStyle/>
          <a:p>
            <a:r>
              <a:rPr lang="tr-TR" dirty="0"/>
              <a:t>Dünya’nın Yıllık Hareketi</a:t>
            </a:r>
          </a:p>
        </p:txBody>
      </p:sp>
      <p:sp>
        <p:nvSpPr>
          <p:cNvPr id="3" name="İçerik Yer Tutucusu 2">
            <a:extLst>
              <a:ext uri="{FF2B5EF4-FFF2-40B4-BE49-F238E27FC236}">
                <a16:creationId xmlns:a16="http://schemas.microsoft.com/office/drawing/2014/main" id="{96D41A89-23C7-7E01-FC92-E1B6A02E0E1E}"/>
              </a:ext>
            </a:extLst>
          </p:cNvPr>
          <p:cNvSpPr>
            <a:spLocks noGrp="1"/>
          </p:cNvSpPr>
          <p:nvPr>
            <p:ph idx="1"/>
          </p:nvPr>
        </p:nvSpPr>
        <p:spPr/>
        <p:txBody>
          <a:bodyPr>
            <a:normAutofit/>
          </a:bodyPr>
          <a:lstStyle/>
          <a:p>
            <a:pPr marL="0" indent="0">
              <a:buNone/>
            </a:pPr>
            <a:r>
              <a:rPr lang="tr-TR" sz="2400" dirty="0"/>
              <a:t>Dünya, Güneş çevresindeki dönüşünü 365 gün 6 saatte tamamlar. Buna 1 yıl bu harekete ise yıllık hareket denir.</a:t>
            </a:r>
          </a:p>
        </p:txBody>
      </p:sp>
    </p:spTree>
    <p:extLst>
      <p:ext uri="{BB962C8B-B14F-4D97-AF65-F5344CB8AC3E}">
        <p14:creationId xmlns:p14="http://schemas.microsoft.com/office/powerpoint/2010/main" val="33906053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DB45069E-2C6B-97AB-B6CD-B4F2EC762D0F}"/>
              </a:ext>
            </a:extLst>
          </p:cNvPr>
          <p:cNvSpPr>
            <a:spLocks noGrp="1"/>
          </p:cNvSpPr>
          <p:nvPr>
            <p:ph type="title"/>
          </p:nvPr>
        </p:nvSpPr>
        <p:spPr/>
        <p:txBody>
          <a:bodyPr/>
          <a:lstStyle/>
          <a:p>
            <a:r>
              <a:rPr lang="tr-TR" dirty="0"/>
              <a:t>Dünya’nın Yıllık Hareketinin Etkisi</a:t>
            </a:r>
          </a:p>
        </p:txBody>
      </p:sp>
      <p:sp>
        <p:nvSpPr>
          <p:cNvPr id="3" name="İçerik Yer Tutucusu 2">
            <a:extLst>
              <a:ext uri="{FF2B5EF4-FFF2-40B4-BE49-F238E27FC236}">
                <a16:creationId xmlns:a16="http://schemas.microsoft.com/office/drawing/2014/main" id="{630D0BEC-A930-E0B7-4F44-5C653DEE9154}"/>
              </a:ext>
            </a:extLst>
          </p:cNvPr>
          <p:cNvSpPr>
            <a:spLocks noGrp="1"/>
          </p:cNvSpPr>
          <p:nvPr>
            <p:ph idx="1"/>
          </p:nvPr>
        </p:nvSpPr>
        <p:spPr>
          <a:xfrm>
            <a:off x="838200" y="3210859"/>
            <a:ext cx="10131425" cy="1144992"/>
          </a:xfrm>
        </p:spPr>
        <p:txBody>
          <a:bodyPr>
            <a:normAutofit/>
          </a:bodyPr>
          <a:lstStyle/>
          <a:p>
            <a:r>
              <a:rPr lang="tr-TR" sz="2400" dirty="0"/>
              <a:t>Güneşin doğuş batış yerleri ile saatleri yıl içinde değişir.</a:t>
            </a:r>
          </a:p>
        </p:txBody>
      </p:sp>
      <p:sp>
        <p:nvSpPr>
          <p:cNvPr id="5" name="İçerik Yer Tutucusu 2">
            <a:extLst>
              <a:ext uri="{FF2B5EF4-FFF2-40B4-BE49-F238E27FC236}">
                <a16:creationId xmlns:a16="http://schemas.microsoft.com/office/drawing/2014/main" id="{182B5692-6BF6-02A1-93D9-AA82BE83B432}"/>
              </a:ext>
            </a:extLst>
          </p:cNvPr>
          <p:cNvSpPr>
            <a:spLocks noGrp="1"/>
          </p:cNvSpPr>
          <p:nvPr>
            <p:ph idx="1"/>
          </p:nvPr>
        </p:nvSpPr>
        <p:spPr>
          <a:xfrm>
            <a:off x="838200" y="2065867"/>
            <a:ext cx="10131425" cy="1144992"/>
          </a:xfrm>
        </p:spPr>
        <p:txBody>
          <a:bodyPr>
            <a:normAutofit/>
          </a:bodyPr>
          <a:lstStyle/>
          <a:p>
            <a:r>
              <a:rPr lang="tr-TR" sz="2400" dirty="0"/>
              <a:t>Yıl içinde gece ile gündüz süreleri değişir.</a:t>
            </a:r>
          </a:p>
        </p:txBody>
      </p:sp>
      <p:sp>
        <p:nvSpPr>
          <p:cNvPr id="7" name="İçerik Yer Tutucusu 2">
            <a:extLst>
              <a:ext uri="{FF2B5EF4-FFF2-40B4-BE49-F238E27FC236}">
                <a16:creationId xmlns:a16="http://schemas.microsoft.com/office/drawing/2014/main" id="{1B7DED87-33B2-AFEB-6832-F409C3BF775F}"/>
              </a:ext>
            </a:extLst>
          </p:cNvPr>
          <p:cNvSpPr>
            <a:spLocks noGrp="1"/>
          </p:cNvSpPr>
          <p:nvPr>
            <p:ph idx="1"/>
          </p:nvPr>
        </p:nvSpPr>
        <p:spPr>
          <a:xfrm>
            <a:off x="838200" y="4355851"/>
            <a:ext cx="10131425" cy="1144992"/>
          </a:xfrm>
        </p:spPr>
        <p:txBody>
          <a:bodyPr>
            <a:normAutofit/>
          </a:bodyPr>
          <a:lstStyle/>
          <a:p>
            <a:r>
              <a:rPr lang="tr-TR" sz="2400" dirty="0"/>
              <a:t>Kutup noktalarında 6 ay gündüz, 6 ay gece yaşanır.</a:t>
            </a:r>
          </a:p>
        </p:txBody>
      </p:sp>
    </p:spTree>
    <p:extLst>
      <p:ext uri="{BB962C8B-B14F-4D97-AF65-F5344CB8AC3E}">
        <p14:creationId xmlns:p14="http://schemas.microsoft.com/office/powerpoint/2010/main" val="37641529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E2DCE53C-02A0-D409-0EA5-199428069C6B}"/>
              </a:ext>
            </a:extLst>
          </p:cNvPr>
          <p:cNvSpPr>
            <a:spLocks noGrp="1"/>
          </p:cNvSpPr>
          <p:nvPr>
            <p:ph type="title"/>
          </p:nvPr>
        </p:nvSpPr>
        <p:spPr/>
        <p:txBody>
          <a:bodyPr/>
          <a:lstStyle/>
          <a:p>
            <a:r>
              <a:rPr lang="tr-TR" dirty="0"/>
              <a:t>Son söz</a:t>
            </a:r>
          </a:p>
        </p:txBody>
      </p:sp>
      <p:sp>
        <p:nvSpPr>
          <p:cNvPr id="3" name="İçerik Yer Tutucusu 2">
            <a:extLst>
              <a:ext uri="{FF2B5EF4-FFF2-40B4-BE49-F238E27FC236}">
                <a16:creationId xmlns:a16="http://schemas.microsoft.com/office/drawing/2014/main" id="{A5C55574-A418-761E-97DD-9BC1AA89FBCD}"/>
              </a:ext>
            </a:extLst>
          </p:cNvPr>
          <p:cNvSpPr>
            <a:spLocks noGrp="1"/>
          </p:cNvSpPr>
          <p:nvPr>
            <p:ph idx="1"/>
          </p:nvPr>
        </p:nvSpPr>
        <p:spPr>
          <a:xfrm>
            <a:off x="685801" y="1819338"/>
            <a:ext cx="8326717" cy="2220757"/>
          </a:xfrm>
        </p:spPr>
        <p:txBody>
          <a:bodyPr>
            <a:normAutofit/>
          </a:bodyPr>
          <a:lstStyle/>
          <a:p>
            <a:pPr marL="0" indent="0">
              <a:buNone/>
            </a:pPr>
            <a:r>
              <a:rPr lang="tr-TR" sz="2400" dirty="0"/>
              <a:t>Dünya’nın özelliklerine sebep olan ve birbirleriyle bağlantılı bir çok etken vardır. Bu etkenlerin sonuçlarının hepsi burada açıklanmamıştır. Daha fazla bilgi için Milli Eğitim Bakanlığı’nın sunduğu verilere veya başka güvenilir kaynaklara bakılabilir.</a:t>
            </a:r>
          </a:p>
        </p:txBody>
      </p:sp>
    </p:spTree>
    <p:extLst>
      <p:ext uri="{BB962C8B-B14F-4D97-AF65-F5344CB8AC3E}">
        <p14:creationId xmlns:p14="http://schemas.microsoft.com/office/powerpoint/2010/main" val="42835918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etin kutusu 3">
            <a:extLst>
              <a:ext uri="{FF2B5EF4-FFF2-40B4-BE49-F238E27FC236}">
                <a16:creationId xmlns:a16="http://schemas.microsoft.com/office/drawing/2014/main" id="{3AE21A04-547D-56B0-448D-D49EBFA7DBD0}"/>
              </a:ext>
            </a:extLst>
          </p:cNvPr>
          <p:cNvSpPr txBox="1"/>
          <p:nvPr/>
        </p:nvSpPr>
        <p:spPr>
          <a:xfrm>
            <a:off x="1960283" y="3429000"/>
            <a:ext cx="9203764" cy="707886"/>
          </a:xfrm>
          <a:prstGeom prst="rect">
            <a:avLst/>
          </a:prstGeom>
          <a:noFill/>
        </p:spPr>
        <p:txBody>
          <a:bodyPr wrap="square" rtlCol="0">
            <a:spAutoFit/>
          </a:bodyPr>
          <a:lstStyle/>
          <a:p>
            <a:pPr algn="l"/>
            <a:r>
              <a:rPr lang="tr-TR" sz="4000" dirty="0"/>
              <a:t>Beni dinlediğiniz için teşekkür ederim.</a:t>
            </a:r>
          </a:p>
        </p:txBody>
      </p:sp>
      <p:sp>
        <p:nvSpPr>
          <p:cNvPr id="5" name="Metin kutusu 4">
            <a:extLst>
              <a:ext uri="{FF2B5EF4-FFF2-40B4-BE49-F238E27FC236}">
                <a16:creationId xmlns:a16="http://schemas.microsoft.com/office/drawing/2014/main" id="{EA615E7E-0B8D-BBE3-783C-7DE27D9A00F1}"/>
              </a:ext>
            </a:extLst>
          </p:cNvPr>
          <p:cNvSpPr txBox="1"/>
          <p:nvPr/>
        </p:nvSpPr>
        <p:spPr>
          <a:xfrm>
            <a:off x="4147670" y="4136886"/>
            <a:ext cx="3585884" cy="369332"/>
          </a:xfrm>
          <a:prstGeom prst="rect">
            <a:avLst/>
          </a:prstGeom>
          <a:noFill/>
        </p:spPr>
        <p:txBody>
          <a:bodyPr wrap="square" rtlCol="0">
            <a:spAutoFit/>
          </a:bodyPr>
          <a:lstStyle/>
          <a:p>
            <a:pPr algn="l"/>
            <a:r>
              <a:rPr lang="tr-TR" dirty="0"/>
              <a:t>Mete Batuhan Akkoyun 9/A 285</a:t>
            </a:r>
          </a:p>
        </p:txBody>
      </p:sp>
    </p:spTree>
    <p:extLst>
      <p:ext uri="{BB962C8B-B14F-4D97-AF65-F5344CB8AC3E}">
        <p14:creationId xmlns:p14="http://schemas.microsoft.com/office/powerpoint/2010/main" val="413074604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 /></Relationships>
</file>

<file path=ppt/theme/theme1.xml><?xml version="1.0" encoding="utf-8"?>
<a:theme xmlns:a="http://schemas.openxmlformats.org/drawingml/2006/main" name="Gökyüzü">
  <a:themeElements>
    <a:clrScheme name="Celestial">
      <a:dk1>
        <a:sysClr val="windowText" lastClr="000000"/>
      </a:dk1>
      <a:lt1>
        <a:sysClr val="window" lastClr="FFFFFF"/>
      </a:lt1>
      <a:dk2>
        <a:srgbClr val="18276C"/>
      </a:dk2>
      <a:lt2>
        <a:srgbClr val="EBEBEB"/>
      </a:lt2>
      <a:accent1>
        <a:srgbClr val="AC3EC1"/>
      </a:accent1>
      <a:accent2>
        <a:srgbClr val="477BD1"/>
      </a:accent2>
      <a:accent3>
        <a:srgbClr val="46B298"/>
      </a:accent3>
      <a:accent4>
        <a:srgbClr val="90BA4C"/>
      </a:accent4>
      <a:accent5>
        <a:srgbClr val="DD9D31"/>
      </a:accent5>
      <a:accent6>
        <a:srgbClr val="E25247"/>
      </a:accent6>
      <a:hlink>
        <a:srgbClr val="C573D2"/>
      </a:hlink>
      <a:folHlink>
        <a:srgbClr val="CCAEE8"/>
      </a:folHlink>
    </a:clrScheme>
    <a:fontScheme name="Celestial">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Celestial" id="{C4BB2A3D-0E93-4C5F-B0D2-9D3FCE089CC5}" vid="{42E5908D-19A2-46FD-89FA-638B126129EF}"/>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Geniş ekran</PresentationFormat>
  <Slides>13</Slides>
  <Notes>0</Notes>
  <HiddenSlides>0</HiddenSlides>
  <ScaleCrop>false</ScaleCrop>
  <HeadingPairs>
    <vt:vector size="4" baseType="variant">
      <vt:variant>
        <vt:lpstr>Tema</vt:lpstr>
      </vt:variant>
      <vt:variant>
        <vt:i4>1</vt:i4>
      </vt:variant>
      <vt:variant>
        <vt:lpstr>Slayt Başlıkları</vt:lpstr>
      </vt:variant>
      <vt:variant>
        <vt:i4>13</vt:i4>
      </vt:variant>
    </vt:vector>
  </HeadingPairs>
  <TitlesOfParts>
    <vt:vector size="14" baseType="lpstr">
      <vt:lpstr>Gökyüzü</vt:lpstr>
      <vt:lpstr>Dünyanın şekli, eksen eğikliği, günlük ve yıllık hareketlerinin etkisi</vt:lpstr>
      <vt:lpstr>Dünya’nın Şekli</vt:lpstr>
      <vt:lpstr>PowerPoint Sunusu</vt:lpstr>
      <vt:lpstr>Dünya’nın şeklinin yarattığı Etkiler</vt:lpstr>
      <vt:lpstr>Dünya’nın eksen Eğikliği</vt:lpstr>
      <vt:lpstr>PowerPoint Sunusu</vt:lpstr>
      <vt:lpstr>Dünya’nın eksen eğikliğinin etkisi</vt:lpstr>
      <vt:lpstr>Dünya’nın günlük hareketleri</vt:lpstr>
      <vt:lpstr>Dünya’nın günlük hareketlerinin etkisi</vt:lpstr>
      <vt:lpstr>Dünya’nın Yıllık Hareketi</vt:lpstr>
      <vt:lpstr>Dünya’nın Yıllık Hareketinin Etkisi</vt:lpstr>
      <vt:lpstr>Son söz</vt:lpstr>
      <vt:lpstr>PowerPoint Sunusu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Dünyanın şekli, eksen eğikliği, günlük ve yıllık hareketlerinin etkisi</dc:title>
  <dc:creator>Batu Ak</dc:creator>
  <cp:lastModifiedBy>Batu Ak</cp:lastModifiedBy>
  <cp:revision>9</cp:revision>
  <dcterms:created xsi:type="dcterms:W3CDTF">2026-04-12T09:08:53Z</dcterms:created>
  <dcterms:modified xsi:type="dcterms:W3CDTF">2026-04-22T05:27:56Z</dcterms:modified>
</cp:coreProperties>
</file>